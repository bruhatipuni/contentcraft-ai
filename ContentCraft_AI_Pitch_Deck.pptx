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1):</a:t>
            </a:r>
          </a:p>
          <a:p>
            <a:r>
              <a:t>Good morning judges and team! We are Team AI Verse, presenting ContentCraft AI — the ultimate Intelligent AI Content Studio built for BFWAI/HACK 26, Problem Statement 02.</a:t>
            </a:r>
          </a:p>
          <a:p>
            <a:r>
              <a:t>Today, brands and creators struggle with content fatigue. ContentCraft AI solves this by taking just one single brief or article and turning it into a complete, ready-to-publish campaign across social channels, visual cards, video reels, and Indic regional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2):</a:t>
            </a:r>
          </a:p>
          <a:p>
            <a:r>
              <a:t>Let's look at the reality creators face today. It takes over 14 hours every single week just to format and repurpose existing content.</a:t>
            </a:r>
          </a:p>
          <a:p>
            <a:r>
              <a:t>First, formatting copy for LinkedIn vs X vs Instagram takes hours of rewriting. Second, creating visual cards in 1:1, 4:5, 16:9, and 9:16 requires dedicated graphic design effort. Third, missing out on Indic languages means locking out over 500 million regional creators and consumers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3):</a:t>
            </a:r>
          </a:p>
          <a:p>
            <a:r>
              <a:t>Here is ContentCraft AI. It acts as an end-to-end studio. With Google Gemini 1.5 Flash under the hood and an intelligent offline fallback engine, users can input any blog, video transcript, or simple concept.</a:t>
            </a:r>
          </a:p>
          <a:p>
            <a:r>
              <a:t>Our platform converts it into 5 social formats, visual graphic cards with custom branding, an interactive 9:16 reel player with voiceover synthesis, and Indic regional translations.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4):</a:t>
            </a:r>
          </a:p>
          <a:p>
            <a:r>
              <a:t>Let's unpack our studio tools. First, the 5-in-1 Repurposer generates platform-tailored copy for all 5 major channels.</a:t>
            </a:r>
          </a:p>
          <a:p>
            <a:r>
              <a:t>Second, our Visual Studio renders real HTML5 Canvas graphics in all social aspect ratios (1:1, 4:5, 16:9, 9:16) with 1-click PNG export.</a:t>
            </a:r>
          </a:p>
          <a:p>
            <a:r>
              <a:t>Third, our Reel Generator gives creators a 4-scene storyboard with an interactive 9:16 vertical smartphone simulator.</a:t>
            </a:r>
          </a:p>
          <a:p>
            <a:r>
              <a:t>Fourth, the Web Speech Voiceover synthesizer generates speech natively in the browser with live visual waveforms!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5):</a:t>
            </a:r>
          </a:p>
          <a:p>
            <a:r>
              <a:t>On the intelligence side, our Multilingual Indic Studio translates brand messaging into 6 Indian languages with audio pronunciation.</a:t>
            </a:r>
          </a:p>
          <a:p>
            <a:r>
              <a:t>Our Trend Intelligence radar tracks surging viral topics (+310% momentum).</a:t>
            </a:r>
          </a:p>
          <a:p>
            <a:r>
              <a:t>Our Brand Asset Library stores color palettes and forbidden words, while our Dynamic Prompt Memory automatically injects user preferences into future AI prompts.</a:t>
            </a:r>
          </a:p>
          <a:p>
            <a:r>
              <a:t>And for maximum speed, our 1-Click Campaign Studio allows creators to generate copy, graphics, reel script, and Indic translation in just ONE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6):</a:t>
            </a:r>
          </a:p>
          <a:p>
            <a:r>
              <a:t>Quality assurance is key before publishing. Our Content Score diagnostic evaluates copy from 0 to 100 on readability, hook strength, and brand alignment with a 1-click auto-fix.</a:t>
            </a:r>
          </a:p>
          <a:p>
            <a:r>
              <a:t>We also offer 6 marketing variation angles for A/B testing, a native feed simulator so creators see exactly how their post looks on LinkedIn or Instagram before publishing, and an interactive Content Calendar to schedule posts.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7):</a:t>
            </a:r>
          </a:p>
          <a:p>
            <a:r>
              <a:t>Under the hood, ContentCraft AI is built with modern, production-grade web technologies.</a:t>
            </a:r>
          </a:p>
          <a:p>
            <a:r>
              <a:t>Frontend: React 18, Vite 6, Tailwind CSS with dual themes.</a:t>
            </a:r>
          </a:p>
          <a:p>
            <a:r>
              <a:t>AI: Google Gemini 1.5 Flash API backed by an intelligent offline fallback engine so the app works seamlessly even without an API key or internet connection.</a:t>
            </a:r>
          </a:p>
          <a:p>
            <a:r>
              <a:t>Graphics &amp; Speech: HTML5 Canvas for real-time graphics rendering and Web Speech API for client-side audio generation without external server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8):</a:t>
            </a:r>
          </a:p>
          <a:p>
            <a:r>
              <a:t>Let's look at the quantifiable impact of ContentCraft AI.</a:t>
            </a:r>
          </a:p>
          <a:p>
            <a:r>
              <a:t>1. 90% Time Savings: Content repurposing drops from 14 hours to under 10 minutes.</a:t>
            </a:r>
          </a:p>
          <a:p>
            <a:r>
              <a:t>2. 5x Reach: Every piece of content scales across 5 distinct social channels.</a:t>
            </a:r>
          </a:p>
          <a:p>
            <a:r>
              <a:t>3. 500M+ Indic Market: Seamless localization across Hindi, Telugu, Tamil, Marathi.</a:t>
            </a:r>
          </a:p>
          <a:p>
            <a:r>
              <a:t>4. 100% Brand Consistency: AI prompt memory ensures strict brand voice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9):</a:t>
            </a:r>
          </a:p>
          <a:p>
            <a:r>
              <a:t>Looking forward, our expansion plan has three clear phases:</a:t>
            </a:r>
          </a:p>
          <a:p>
            <a:r>
              <a:t>Phase 1 is our complete working MVP today with 12 studio tools.</a:t>
            </a:r>
          </a:p>
          <a:p>
            <a:r>
              <a:t>Phase 2 will integrate direct OAuth publishing to LinkedIn, Twitter, and Meta APIs.</a:t>
            </a:r>
          </a:p>
          <a:p>
            <a:r>
              <a:t>Phase 3 will add generative video rendering APIs and enterprise agency team collaboration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10):</a:t>
            </a:r>
          </a:p>
          <a:p>
            <a:r>
              <a:t>Thank you so much! ContentCraft AI represents a major step forward for content creators and brands.</a:t>
            </a:r>
          </a:p>
          <a:p>
            <a:r>
              <a:t>We are Team AI Verse — Bruhati, Shashank, and Dayakar. We would now love to walk you through a live demonstration of ContentCraft AI and answer any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CONTENTCRAFT AI 🚀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06B6D4"/>
                </a:solidFill>
              </a:defRPr>
            </a:pPr>
            <a:r>
              <a:t>Intelligent AI Content Studio for Brands &amp; Creators</a:t>
            </a:r>
          </a:p>
          <a:p>
            <a:pPr algn="ctr"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Transform 1 brief into multi-platform copy, visual ad creatives, 9:16 video storyboards, voiceovers &amp; Indic translations.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86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5-in-1 Repurposer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Blog ➔ Social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384048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3886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Indic AI Studio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6 Regional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886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1-Click Studio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Full Campaign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840480"/>
            <a:ext cx="21945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3886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HTML5 Canvas Engine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PNG Graphic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BFWAI / HACK 26 · Problem Statement 02 (PS 02)  |  Team AI Verse: Bruhati, Shashank, Dayakar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The Problem: 14+ Hours Lost Every Week in Content Repurposing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⏱️ Manual Repurposing Friction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Creators spend 14+ hours weekly copying, editing, and manually reformatting a single article into LinkedIn posts, X threads, newsletters, and Reels scripts.</a:t>
            </a:r>
          </a:p>
          <a:p>
            <a:pPr>
              <a:spcBef>
                <a:spcPts val="2000"/>
              </a:spcBef>
              <a:defRPr sz="1100" b="1">
                <a:solidFill>
                  <a:srgbClr val="A855F7"/>
                </a:solidFill>
              </a:defRPr>
            </a:pPr>
            <a:r>
              <a:t>CORE IMPACT:</a:t>
            </a:r>
          </a:p>
          <a:p>
            <a:pPr>
              <a:spcBef>
                <a:spcPts val="400"/>
              </a:spcBef>
              <a:defRPr sz="1300" b="1">
                <a:solidFill>
                  <a:srgbClr val="FBBF24"/>
                </a:solidFill>
              </a:defRPr>
            </a:pPr>
            <a:r>
              <a:t>❌ High Fatigue &amp; Slow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290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🎨 Format &amp; Design Bottlenecks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Adapting designs across multiple aspect ratios (1:1, 4:5, 16:9, 9:16) while keeping strict brand guideline compliance requires expensive design software and skills.</a:t>
            </a:r>
          </a:p>
          <a:p>
            <a:pPr>
              <a:spcBef>
                <a:spcPts val="2000"/>
              </a:spcBef>
              <a:defRPr sz="1100" b="1">
                <a:solidFill>
                  <a:srgbClr val="A855F7"/>
                </a:solidFill>
              </a:defRPr>
            </a:pPr>
            <a:r>
              <a:t>CORE IMPACT:</a:t>
            </a:r>
          </a:p>
          <a:p>
            <a:pPr>
              <a:spcBef>
                <a:spcPts val="400"/>
              </a:spcBef>
              <a:defRPr sz="1300" b="1">
                <a:solidFill>
                  <a:srgbClr val="FBBF24"/>
                </a:solidFill>
              </a:defRPr>
            </a:pPr>
            <a:r>
              <a:t>❌ Inconsistent Brand Visuals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4290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🌐 Indic Market Exclusion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Over 500 Million users consume content in Indic regional languages (Hindi, Telugu, Tamil, Marathi), but translating colloquial brand tones is complex and slow.</a:t>
            </a:r>
          </a:p>
          <a:p>
            <a:pPr>
              <a:spcBef>
                <a:spcPts val="2000"/>
              </a:spcBef>
              <a:defRPr sz="1100" b="1">
                <a:solidFill>
                  <a:srgbClr val="A855F7"/>
                </a:solidFill>
              </a:defRPr>
            </a:pPr>
            <a:r>
              <a:t>CORE IMPACT:</a:t>
            </a:r>
          </a:p>
          <a:p>
            <a:pPr>
              <a:spcBef>
                <a:spcPts val="400"/>
              </a:spcBef>
              <a:defRPr sz="1300" b="1">
                <a:solidFill>
                  <a:srgbClr val="FBBF24"/>
                </a:solidFill>
              </a:defRPr>
            </a:pPr>
            <a:r>
              <a:t>❌ Lost Regional Audience Reach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The Solution: A Unified, Agentic AI Content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389120" cy="438912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Single Brief ➔ Multi-Asset Campaign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ContentCraft AI bridges the gap between raw ideas and platform-native execution.</a:t>
            </a:r>
          </a:p>
          <a:p>
            <a:pPr>
              <a:spcBef>
                <a:spcPts val="800"/>
              </a:spcBef>
              <a:defRPr sz="1200" b="1">
                <a:solidFill>
                  <a:srgbClr val="FBBF24"/>
                </a:solidFill>
              </a:defRPr>
            </a:pPr>
            <a:r>
              <a:t>🤖 Google Gemini 1.5 Flash Integration</a:t>
            </a:r>
          </a:p>
          <a:p>
            <a:pPr>
              <a:spcBef>
                <a:spcPts val="800"/>
              </a:spcBef>
              <a:defRPr sz="1200" b="1">
                <a:solidFill>
                  <a:srgbClr val="FBBF24"/>
                </a:solidFill>
              </a:defRPr>
            </a:pPr>
            <a:r>
              <a:t>⚡ 1-Click All-in-One Studio ('Easy Mode')</a:t>
            </a:r>
          </a:p>
          <a:p>
            <a:pPr>
              <a:spcBef>
                <a:spcPts val="800"/>
              </a:spcBef>
              <a:defRPr sz="1200" b="1">
                <a:solidFill>
                  <a:srgbClr val="FBBF24"/>
                </a:solidFill>
              </a:defRPr>
            </a:pPr>
            <a:r>
              <a:t>🎨 Dynamic HTML5 Visual Canvas Export</a:t>
            </a:r>
          </a:p>
          <a:p>
            <a:pPr>
              <a:spcBef>
                <a:spcPts val="800"/>
              </a:spcBef>
              <a:defRPr sz="1200" b="1">
                <a:solidFill>
                  <a:srgbClr val="FBBF24"/>
                </a:solidFill>
              </a:defRPr>
            </a:pPr>
            <a:r>
              <a:t>📱 9:16 Vertical Reel Storyboard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FBBF24"/>
                </a:solidFill>
              </a:defRPr>
            </a:pPr>
            <a:r>
              <a:t>🗣️ Web Speech Native Voiceover Synthesizer</a:t>
            </a:r>
          </a:p>
          <a:p>
            <a:pPr>
              <a:spcBef>
                <a:spcPts val="800"/>
              </a:spcBef>
              <a:defRPr sz="1200" b="1">
                <a:solidFill>
                  <a:srgbClr val="FBBF24"/>
                </a:solidFill>
              </a:defRPr>
            </a:pPr>
            <a:r>
              <a:t>🇮🇳 Multilingual Indic Studio (6 Languages)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554480"/>
            <a:ext cx="60350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1. Multi-Platform Repurposing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Generates LinkedIn posts, IG captions, X threads, Reels scripts &amp; newsletters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697480"/>
            <a:ext cx="60350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788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2. Visual &amp; Reel Studio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Multi-aspect ratio design cards (1:1, 4:5, 16:9, 9:16) with direct PNG canvas download.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840480"/>
            <a:ext cx="60350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Indic Localization &amp; Audio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Translates &amp; pronounces copy across Hindi, Hinglish, Telugu, Tamil, Marathi with nuances.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983480"/>
            <a:ext cx="60350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5074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4. Diagnostic &amp; Memory Engine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0-100 Content Quality score, 6 A/B hook variations, and persistent AI Prompt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Core Studio Capabilities: Repurposer, Visual Canvas &amp; Reel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⭐ 5-in-1 Content Repurposer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One Brief ➔ LinkedIn, IG, X, Reel, Newsletter</a:t>
            </a:r>
            <a:br/>
            <a:r>
              <a:t>• Auto 20+ viral hashtag recommendation</a:t>
            </a:r>
            <a:br/>
            <a:r>
              <a:t>• Character counters &amp; character-limit compliance</a:t>
            </a:r>
            <a:br/>
            <a:r>
              <a:t>• Side-by-side platform previews with feed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⭐ Visual &amp; Ad Creative Studio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Multi-aspect ratios: 1:1, 4:5, 16:9, 9:16</a:t>
            </a:r>
            <a:br/>
            <a:r>
              <a:t>• Custom typography, hex colors &amp; presets</a:t>
            </a:r>
            <a:br/>
            <a:r>
              <a:t>• Live HTML5 Canvas rendering engine</a:t>
            </a:r>
            <a:br/>
            <a:r>
              <a:t>• Direct 1-Click High-Res PNG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⭐ Video / Reel Generator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4-scene video storyboard generation</a:t>
            </a:r>
            <a:br/>
            <a:r>
              <a:t>• Scene timing cues &amp; B-roll image suggestions</a:t>
            </a:r>
            <a:br/>
            <a:r>
              <a:t>• Interactive 9:16 Vertical Smartphone Player</a:t>
            </a:r>
            <a:br/>
            <a:r>
              <a:t>• Live transition simulator &amp; subtitle overlay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⭐ Voiceover Synthesizer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Browser-native Web Speech API audio engine</a:t>
            </a:r>
            <a:br/>
            <a:r>
              <a:t>• 4 Tone Personas (Viral, Executive, Story, Hook)</a:t>
            </a:r>
            <a:br/>
            <a:r>
              <a:t>• Vocal pitch &amp; speed sliders modulation</a:t>
            </a:r>
            <a:br/>
            <a:r>
              <a:t>• Animated live visual waveform audio indicator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Intelligence Engine: Indic Studio, Brand Memory &amp; Trend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🇮🇳 Multilingual Indic Studio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Native support: English, Hindi, Hinglish, Telugu, Tamil, Marathi</a:t>
            </a:r>
            <a:br/>
            <a:r>
              <a:t>• Preserves colloquial punchlines &amp; brand nuances</a:t>
            </a:r>
            <a:br/>
            <a:r>
              <a:t>• Speech synthesis voice playback for Indic regional copy</a:t>
            </a:r>
            <a:br/>
            <a:r>
              <a:t>• Unlocks 500M+ regional content consumers in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📈 Trend &amp; Hashtag Intelligence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Real-time viral momentum radar (+310% surge signals)</a:t>
            </a:r>
            <a:br/>
            <a:r>
              <a:t>• Categorized hashtag clouds across Tech, Consumer, Creator</a:t>
            </a:r>
            <a:br/>
            <a:r>
              <a:t>• 5 Proven Hook Formulas (Curiosity Gap, PAS, Contrarian, etc.)</a:t>
            </a:r>
            <a:br/>
            <a:r>
              <a:t>• Dynamic trend topic auto-injection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🎯 Brand Guidelines &amp; AI Prompt Memory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Multi-brand guidelines manager (Hex palettes, voice tones)</a:t>
            </a:r>
            <a:br/>
            <a:r>
              <a:t>• Approved keywords &amp; forbidden buzzword guardrails</a:t>
            </a:r>
            <a:br/>
            <a:r>
              <a:t>• Dynamic AI Prompt Memory injects user-taught rules into Gemini</a:t>
            </a:r>
            <a:br/>
            <a:r>
              <a:t>• Persistent storage with LocalStorage schema versioning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⚡ 1-Click Campaign Studio ('Easy Mode')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Instant generation of entire multi-platform campaign from 1 topic</a:t>
            </a:r>
            <a:br/>
            <a:r>
              <a:t>• Generates Copy + Visual Card + Reel Storyboard + Indic translation</a:t>
            </a:r>
            <a:br/>
            <a:r>
              <a:t>• 1-Click 'Schedule Entire Campaign (4 Posts)' direct queueing</a:t>
            </a:r>
            <a:br/>
            <a:r>
              <a:t>• Built for high-speed creator &amp; agency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Optimization &amp; Publishing: Content Diagnostics, Feed Simulator &amp; Calendar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📊 AI Content Score Diagnostic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Measurable 0-100 copy quality meter</a:t>
            </a:r>
            <a:br/>
            <a:r>
              <a:t>• Scores Hook Momentum, Readability, CTA, Brand Alignment &amp; Platform Fit</a:t>
            </a:r>
            <a:br/>
            <a:r>
              <a:t>• 1-Click 'AI Optimize Copy' instant auto-enhancement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🔄 1-Click Variations (A/B Testing)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Generates 6 psychological marketing angles from 1 thesis</a:t>
            </a:r>
            <a:br/>
            <a:r>
              <a:t>• Curiosity Gap, Problem-Agitate-Solve, Contrarian, Story, Data, Urgency</a:t>
            </a:r>
            <a:br/>
            <a:r>
              <a:t>• Quick copy comparison for max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📱 Native Feed Simulator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Side-by-side feed rendering for LinkedIn, IG, X, YouTube Shorts</a:t>
            </a:r>
            <a:br/>
            <a:r>
              <a:t>• Interactive truncated view toggles ('...see more')</a:t>
            </a:r>
            <a:br/>
            <a:r>
              <a:t>• Like/Comment/Share bar simulation for realistic visual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📅 Content Calendar &amp; Queue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Full drag &amp; drop visual publishing pipeline</a:t>
            </a:r>
            <a:br/>
            <a:r>
              <a:t>• Status tracking: Draft ➔ In Review ➔ Approved ➔ Scheduled</a:t>
            </a:r>
            <a:br/>
            <a:r>
              <a:t>• Optimal time slot recommendations &amp; JSON calendar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Technical Architecture &amp; Engineering Excellence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⚛️ Frontend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React 18 &amp; Vite 6 for ultra-fast HMR</a:t>
            </a:r>
            <a:br/>
            <a:r>
              <a:t>• Tailwind CSS 3.4 + Custom CSS Glassmorphism</a:t>
            </a:r>
            <a:br/>
            <a:r>
              <a:t>• Lucide React Icons &amp; Canvas Confetti</a:t>
            </a:r>
            <a:br/>
            <a:r>
              <a:t>• Dual Theme: Clean Daylight Pro &amp; Midnight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🧠 AI &amp; Logic Engine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Google Gemini 1.5 Flash API integration</a:t>
            </a:r>
            <a:br/>
            <a:r>
              <a:t>• Intelligent Offline Fallback Engine (Zero downtime)</a:t>
            </a:r>
            <a:br/>
            <a:r>
              <a:t>• Heuristic Rule-Based Scorer for Content Audit</a:t>
            </a:r>
            <a:br/>
            <a:r>
              <a:t>• Dynamic Prompt Memory Rule 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🔊 Audio &amp; Canvas Exporter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Native Web Speech API Audio Synthesizer</a:t>
            </a:r>
            <a:br/>
            <a:r>
              <a:t>• Pitch, Speed &amp; Persona vocal modulation</a:t>
            </a:r>
            <a:br/>
            <a:r>
              <a:t>• HTML5 Canvas 2D Graphic Renderer</a:t>
            </a:r>
            <a:br/>
            <a:r>
              <a:t>• Client-side high-resolution PNG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💾 Persistence &amp; State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Client-Side LocalStorage with schema versioning</a:t>
            </a:r>
            <a:br/>
            <a:r>
              <a:t>• Centralized Multi-Brand Asset Management</a:t>
            </a:r>
            <a:br/>
            <a:r>
              <a:t>• Offline-first publishing queue &amp; schedule store</a:t>
            </a:r>
            <a:br/>
            <a:r>
              <a:t>• JSON Backup &amp; Export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Market Impact &amp; Quantifiable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90%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Time Saved</a:t>
            </a:r>
          </a:p>
          <a:p>
            <a:pPr algn="ctr"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From 14 hours down to &lt; 10 minutes per campaign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855F7"/>
                </a:solidFill>
              </a:defRPr>
            </a:pPr>
            <a:r>
              <a:t>5x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Multi-Channel Reach</a:t>
            </a:r>
          </a:p>
          <a:p>
            <a:pPr algn="ctr"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Simultaneous output for LinkedIn, IG, X, Shorts &amp;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</a:defRPr>
            </a:pPr>
            <a:r>
              <a:t>500M+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Indic Audience</a:t>
            </a:r>
          </a:p>
          <a:p>
            <a:pPr algn="ctr"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Unlocks regional markets across 6 Indian languages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</a:defRPr>
            </a:pPr>
            <a:r>
              <a:t>100%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Brand Consistency</a:t>
            </a:r>
          </a:p>
          <a:p>
            <a:pPr algn="ctr"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Enforces brand colors, tones, and prompt memory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CONTENTCRAFT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Future Roadmap: Scaling ContentCraft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Phase 1: Present (Hackathon MVP)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12 Core Features fully working</a:t>
            </a:r>
            <a:br/>
            <a:r>
              <a:t>• Gemini 1.5 Flash + Offline Fallback Engine</a:t>
            </a:r>
            <a:br/>
            <a:r>
              <a:t>• Multi-aspect Visual Canvas &amp; Web Speech API</a:t>
            </a:r>
            <a:br/>
            <a:r>
              <a:t>• Multilingual Indic Studio &amp; Content Calendar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39"/>
            <a:ext cx="10728655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399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Phase 2: Direct API Social Publishing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OAuth integration with LinkedIn, X (Twitter), Meta APIs</a:t>
            </a:r>
            <a:br/>
            <a:r>
              <a:t>• 1-Click direct automated posting &amp; scheduling</a:t>
            </a:r>
            <a:br/>
            <a:r>
              <a:t>• Analytics webhooks for real-time post performance tracking</a:t>
            </a:r>
            <a:br/>
            <a:r>
              <a:t>• Automatic best-time auto-poster background cron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Phase 3: AI Video Generation &amp; Team Suite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Integration with Runway / Sora / Luma video generation APIs</a:t>
            </a:r>
            <a:br/>
            <a:r>
              <a:t>• Multi-user agency workspaces with role permissions</a:t>
            </a:r>
            <a:br/>
            <a:r>
              <a:t>• Client approval portal &amp; collaborative comment threads</a:t>
            </a:r>
            <a:br/>
            <a:r>
              <a:t>• Enterprise custom LLM fine-tuning on brand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820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8FAFC"/>
                </a:solidFill>
              </a:defRPr>
            </a:pPr>
            <a:r>
              <a:t>Thank You! 🚀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A855F7"/>
                </a:solidFill>
              </a:defRPr>
            </a:pPr>
            <a:r>
              <a:t>ContentCraft AI — Empowering Brands &amp; Creators Everywhere</a:t>
            </a:r>
          </a:p>
          <a:p>
            <a:pPr algn="ctr">
              <a:spcBef>
                <a:spcPts val="2400"/>
              </a:spcBef>
              <a:defRPr sz="1800" b="1">
                <a:solidFill>
                  <a:srgbClr val="FBBF24"/>
                </a:solidFill>
              </a:defRPr>
            </a:pPr>
            <a:r>
              <a:t>Team AI Verse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Bruhati  •  Shashank  •  Dayakar</a:t>
            </a:r>
          </a:p>
          <a:p>
            <a:pPr algn="ctr">
              <a:spcBef>
                <a:spcPts val="1600"/>
              </a:spcBef>
              <a:defRPr sz="1400">
                <a:solidFill>
                  <a:srgbClr val="06B6D4"/>
                </a:solidFill>
              </a:defRPr>
            </a:pPr>
            <a:r>
              <a:t>BFWAI / HACK 26 · Problem Statement 02 (PS 02)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22C55E"/>
                </a:solidFill>
              </a:defRPr>
            </a:pPr>
            <a:r>
              <a:t>✨ Ready for Live Demonstration &amp; Q&amp;A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